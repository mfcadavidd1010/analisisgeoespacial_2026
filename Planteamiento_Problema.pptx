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86135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207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02867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500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6064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172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491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741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1087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2807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3544EE9-9C48-4A37-B4AD-6BBF2C4C041B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C938845-82C1-4DC5-B230-3D2B381A58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919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988B8-68FF-4A7A-A32F-33AC6B568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Análisis Geoespacial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E2A205-1B8B-47A3-AF9F-AD8EC8D170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Manuel Felipe Cadavid Díaz</a:t>
            </a:r>
          </a:p>
          <a:p>
            <a:r>
              <a:rPr lang="es-CO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89672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6A5C5-15EB-4EEA-9C77-52C93525C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0" y="365760"/>
            <a:ext cx="10953947" cy="888005"/>
          </a:xfrm>
        </p:spPr>
        <p:txBody>
          <a:bodyPr/>
          <a:lstStyle/>
          <a:p>
            <a:r>
              <a:rPr lang="es-MX" dirty="0"/>
              <a:t>Descripción del Problema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D615D0-3271-4FA6-A995-5E50E1D44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53" y="1556426"/>
            <a:ext cx="7069818" cy="88800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MX" sz="1600" dirty="0"/>
              <a:t>Un depósito mineral es una </a:t>
            </a:r>
            <a:r>
              <a:rPr lang="es-MX" sz="1600" b="1" u="sng" dirty="0"/>
              <a:t>concentración anómala de minerales </a:t>
            </a:r>
            <a:r>
              <a:rPr lang="es-MX" sz="1600" dirty="0"/>
              <a:t>en la corteza terrestre, que posee el volumen y la ley suficientes para tener potencial de explotación económica. 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D7CABCF-E3FE-44B1-96CF-263F1C0CEC6E}"/>
              </a:ext>
            </a:extLst>
          </p:cNvPr>
          <p:cNvSpPr txBox="1">
            <a:spLocks/>
          </p:cNvSpPr>
          <p:nvPr/>
        </p:nvSpPr>
        <p:spPr>
          <a:xfrm>
            <a:off x="94553" y="5175569"/>
            <a:ext cx="7069818" cy="1202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dirty="0"/>
              <a:t>La ubicación ecuatorial de Colombia genera una </a:t>
            </a:r>
            <a:r>
              <a:rPr lang="es-MX" sz="1600" b="1" u="sng" dirty="0"/>
              <a:t>densa cobertura vegetal y gruesos perfiles de suelo </a:t>
            </a:r>
            <a:r>
              <a:rPr lang="es-MX" sz="1600" dirty="0"/>
              <a:t>que cubren casi por completo la geología superficial. Por consiguiente, la exploración mineral se convierte en un proceso difícil y de limitados datos.</a:t>
            </a:r>
            <a:endParaRPr lang="es-CO" sz="1600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993A06EC-D835-4EDD-8A83-90CDA03EC573}"/>
              </a:ext>
            </a:extLst>
          </p:cNvPr>
          <p:cNvSpPr txBox="1">
            <a:spLocks/>
          </p:cNvSpPr>
          <p:nvPr/>
        </p:nvSpPr>
        <p:spPr>
          <a:xfrm>
            <a:off x="94553" y="3208550"/>
            <a:ext cx="7069818" cy="12029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dirty="0"/>
              <a:t>La ubicación y formación de los depósitos minerales es el resultado de </a:t>
            </a:r>
            <a:r>
              <a:rPr lang="es-MX" sz="1600" b="1" u="sng" dirty="0"/>
              <a:t>procesos geológicos</a:t>
            </a:r>
            <a:r>
              <a:rPr lang="es-MX" sz="1600" dirty="0"/>
              <a:t> que podrían ocurrir en cualquier lugar, pero cuya evidencia solo se manifiesta en sitios específicos (</a:t>
            </a:r>
            <a:r>
              <a:rPr lang="es-CO" sz="1600" dirty="0"/>
              <a:t>bordes de placas tectónicas, sistemas de fallas, cuencas sedimentarias y arcos magmáticos o volcánicos).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1B8DF3C-10E9-4DC3-92FA-E1311DF98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485" y="2576506"/>
            <a:ext cx="3544478" cy="183494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E8AF221-1128-4C88-8B13-319274752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939" y="4543525"/>
            <a:ext cx="2996835" cy="226338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79D9F8A-64E8-4D94-9AE3-DEB9179244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365" t="19061" r="21513" b="4631"/>
          <a:stretch/>
        </p:blipFill>
        <p:spPr>
          <a:xfrm>
            <a:off x="8013672" y="274967"/>
            <a:ext cx="3183291" cy="216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47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6A5C5-15EB-4EEA-9C77-52C93525C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0" y="365760"/>
            <a:ext cx="10953947" cy="888005"/>
          </a:xfrm>
        </p:spPr>
        <p:txBody>
          <a:bodyPr/>
          <a:lstStyle/>
          <a:p>
            <a:r>
              <a:rPr lang="es-MX" dirty="0"/>
              <a:t>Datos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D69759-5515-45AF-BF1C-28E89D462F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4" t="5334" r="18377" b="9279"/>
          <a:stretch/>
        </p:blipFill>
        <p:spPr>
          <a:xfrm>
            <a:off x="75913" y="1650243"/>
            <a:ext cx="5637971" cy="435235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DD0BB59-E685-421F-A2AB-CFFAE2997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7361" y="1650243"/>
            <a:ext cx="5257129" cy="1878488"/>
          </a:xfrm>
        </p:spPr>
        <p:txBody>
          <a:bodyPr>
            <a:normAutofit/>
          </a:bodyPr>
          <a:lstStyle/>
          <a:p>
            <a:r>
              <a:rPr lang="es-MX" dirty="0"/>
              <a:t>Antioquia es el principal productor de oro en Colombia. Históricamente, el departamento aporta entre el 50 % y el 60 % de la producción total.</a:t>
            </a:r>
          </a:p>
          <a:p>
            <a:r>
              <a:rPr lang="es-MX" dirty="0"/>
              <a:t>Se tiene un total de 297 datos de ocurrencias minerales en el departamento.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008378-0721-407F-9EE2-C9F6C164BE9A}"/>
              </a:ext>
            </a:extLst>
          </p:cNvPr>
          <p:cNvSpPr txBox="1"/>
          <p:nvPr/>
        </p:nvSpPr>
        <p:spPr>
          <a:xfrm>
            <a:off x="37956" y="6002599"/>
            <a:ext cx="5713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Base de datos del Servicio Geológico Colombiano con ocurrencias minerales.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71A82FB-A168-4F58-A4D4-3E4167346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361" y="3667027"/>
            <a:ext cx="5457096" cy="233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7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6A5C5-15EB-4EEA-9C77-52C93525C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0" y="365760"/>
            <a:ext cx="10953947" cy="888005"/>
          </a:xfrm>
        </p:spPr>
        <p:txBody>
          <a:bodyPr/>
          <a:lstStyle/>
          <a:p>
            <a:r>
              <a:rPr lang="es-MX" dirty="0"/>
              <a:t>Objetivo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9D7669-A8F3-46CC-B043-80FAE17A03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17" t="10918" r="26482" b="4631"/>
          <a:stretch/>
        </p:blipFill>
        <p:spPr>
          <a:xfrm>
            <a:off x="593887" y="1875934"/>
            <a:ext cx="4408603" cy="4496586"/>
          </a:xfrm>
          <a:prstGeom prst="rect">
            <a:avLst/>
          </a:prstGeom>
        </p:spPr>
      </p:pic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F1C25369-A8A1-4E00-B50E-635B7A60E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75934"/>
            <a:ext cx="4712379" cy="12066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dirty="0"/>
              <a:t>A partir de datos puntuales generar una superficie continua con la probabilidad de ocurrencia mineral en cualquier punto no muestreado del departamento.</a:t>
            </a:r>
            <a:endParaRPr lang="es-CO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B8208089-2B0C-41B8-96A8-D030A57CA5E3}"/>
              </a:ext>
            </a:extLst>
          </p:cNvPr>
          <p:cNvSpPr txBox="1">
            <a:spLocks/>
          </p:cNvSpPr>
          <p:nvPr/>
        </p:nvSpPr>
        <p:spPr>
          <a:xfrm>
            <a:off x="6095999" y="3172120"/>
            <a:ext cx="4712379" cy="1206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s-MX" sz="1200" dirty="0"/>
              <a:t>Información Adicional Disponible:</a:t>
            </a:r>
          </a:p>
          <a:p>
            <a:pPr algn="ctr"/>
            <a:r>
              <a:rPr lang="es-MX" sz="1200" dirty="0"/>
              <a:t>Geología (Polígonos)</a:t>
            </a:r>
          </a:p>
          <a:p>
            <a:pPr algn="ctr"/>
            <a:r>
              <a:rPr lang="es-MX" sz="1200" dirty="0"/>
              <a:t>Fallas (Líneas)</a:t>
            </a:r>
          </a:p>
          <a:p>
            <a:pPr algn="ctr"/>
            <a:r>
              <a:rPr lang="es-CO" sz="1200" dirty="0"/>
              <a:t>Cinturones Metalogénicos (Polígonos)</a:t>
            </a:r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42DB1C84-6762-4C80-9E5C-052BE7DF17C8}"/>
              </a:ext>
            </a:extLst>
          </p:cNvPr>
          <p:cNvSpPr/>
          <p:nvPr/>
        </p:nvSpPr>
        <p:spPr>
          <a:xfrm>
            <a:off x="8211802" y="4675695"/>
            <a:ext cx="480767" cy="6504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13593CE8-58DC-4E4D-98FB-9E15257FA39C}"/>
              </a:ext>
            </a:extLst>
          </p:cNvPr>
          <p:cNvSpPr txBox="1">
            <a:spLocks/>
          </p:cNvSpPr>
          <p:nvPr/>
        </p:nvSpPr>
        <p:spPr>
          <a:xfrm>
            <a:off x="6095999" y="5491113"/>
            <a:ext cx="4712379" cy="1206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s-CO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504A67A-F076-4FA0-B26C-B4390F5AA0A1}"/>
              </a:ext>
            </a:extLst>
          </p:cNvPr>
          <p:cNvSpPr txBox="1">
            <a:spLocks/>
          </p:cNvSpPr>
          <p:nvPr/>
        </p:nvSpPr>
        <p:spPr>
          <a:xfrm>
            <a:off x="6095997" y="5514680"/>
            <a:ext cx="4712379" cy="1206631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b="1" dirty="0"/>
              <a:t>Reducción del riesgo en la exploración</a:t>
            </a:r>
          </a:p>
          <a:p>
            <a:pPr algn="ctr"/>
            <a:r>
              <a:rPr lang="es-CO" b="1" dirty="0"/>
              <a:t>Atracción de inversión</a:t>
            </a:r>
            <a:endParaRPr lang="es-MX" b="1" dirty="0"/>
          </a:p>
          <a:p>
            <a:pPr algn="ctr"/>
            <a:r>
              <a:rPr lang="es-MX" b="1" dirty="0"/>
              <a:t>Priorización de áreas.</a:t>
            </a:r>
            <a:endParaRPr lang="es-CO" b="1" dirty="0"/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8C65E5E6-8C68-4BEF-8482-51B96862D698}"/>
              </a:ext>
            </a:extLst>
          </p:cNvPr>
          <p:cNvSpPr txBox="1">
            <a:spLocks/>
          </p:cNvSpPr>
          <p:nvPr/>
        </p:nvSpPr>
        <p:spPr>
          <a:xfrm>
            <a:off x="441998" y="6454533"/>
            <a:ext cx="4712379" cy="424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s-MX" sz="1200" dirty="0"/>
              <a:t>Análisis Geoestadístico e interpolación en Software Isatis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992536261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90</TotalTime>
  <Words>243</Words>
  <Application>Microsoft Office PowerPoint</Application>
  <PresentationFormat>Panorámica</PresentationFormat>
  <Paragraphs>21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Century Schoolbook</vt:lpstr>
      <vt:lpstr>Wingdings 2</vt:lpstr>
      <vt:lpstr>Vista</vt:lpstr>
      <vt:lpstr>Análisis Geoespacial</vt:lpstr>
      <vt:lpstr>Descripción del Problema</vt:lpstr>
      <vt:lpstr>Datos</vt:lpstr>
      <vt:lpstr>Objetivo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Geoespacial</dc:title>
  <dc:creator>Manuel Cadavid</dc:creator>
  <cp:lastModifiedBy>Manuel Cadavid</cp:lastModifiedBy>
  <cp:revision>5</cp:revision>
  <dcterms:created xsi:type="dcterms:W3CDTF">2026-05-02T20:45:11Z</dcterms:created>
  <dcterms:modified xsi:type="dcterms:W3CDTF">2026-05-06T01:08:57Z</dcterms:modified>
</cp:coreProperties>
</file>